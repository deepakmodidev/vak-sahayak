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365760"/>
            <a:ext cx="2926080" cy="2926080"/>
          </a:xfrm>
          <a:prstGeom prst="ellipse">
            <a:avLst/>
          </a:prstGeom>
          <a:solidFill>
            <a:srgbClr val="1A3A72">
              <a:alpha val="70000"/>
            </a:srgbClr>
          </a:solidFill>
          <a:ln w="12700">
            <a:solidFill>
              <a:srgbClr val="1A3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F97316">
              <a:alpha val="25000"/>
            </a:srgbClr>
          </a:solidFill>
          <a:ln w="12700">
            <a:solidFill>
              <a:srgbClr val="F9731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4864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AceHack 5.0  | 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 Sahayak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75488" y="23317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वाक् सहायक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5029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for Everyone.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Speak.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ACDC"/>
                </a:solidFill>
              </a:rPr>
              <a:t>Voice-Native  •  Sovereign AI  •  11 Indian Languages  •  Zero Friction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Barrier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"Imagine a citizen in rural Bihar. He needs a Domicile Certificate. The portal is complex, English-first, and requires expert typing. He travels 15km, waits 3 hours, and pays ₹200 to a middleman for a form that should be free. Digitization was supposed to help him, but the barrier of literacy left him behind."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40280"/>
            <a:ext cx="2606040" cy="9144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600M+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with limited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 / IAMAI 2024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24028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240280"/>
            <a:ext cx="26060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200400" y="3291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portals 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English-Primary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Exclusion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24028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240280"/>
            <a:ext cx="26060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3317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₹1,200Cr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035040" y="32918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Middleman 'Tax'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basic civic services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 Sahayak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voice-first, low-latency AI agent that allows any citizen to fill any government form through natural spoken conversation in their native tongue.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83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Keyboards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06040" y="338328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383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English Barrier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338328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383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Middlemen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03720" y="338328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383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Complexity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Sovereignty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 Sahayak communicates in the language of the citizen. Powered by Sarvam AI's specialized Indian linguistic stack.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82880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8288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60320" y="2560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2560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560320" y="329184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329184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6344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(Indian Accent)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 Loop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9659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298448"/>
            <a:ext cx="621792" cy="621792"/>
          </a:xfrm>
          <a:prstGeom prst="ellipse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298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🎙️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" y="2697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Ingestion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2461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streams raw audio. Sarvam STT 'Saaras' transcribes with dialect accuracy.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0592" y="11887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188720"/>
            <a:ext cx="19659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298448"/>
            <a:ext cx="621792" cy="621792"/>
          </a:xfrm>
          <a:prstGeom prst="ellipse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298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50592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50592" y="2697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Reasoning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42032" y="32461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3.3 parses intent, extracts JSON fields, and handles conversation flow.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26864" y="11887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188720"/>
            <a:ext cx="19659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5232" y="1298448"/>
            <a:ext cx="621792" cy="621792"/>
          </a:xfrm>
          <a:prstGeom prst="ellipse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1298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26864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26864" y="2697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Orchestration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18304" y="32461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emits DataPackets to browser, physically highlighting and filling form fields.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03136" y="11887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1188720"/>
            <a:ext cx="19659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61504" y="1298448"/>
            <a:ext cx="621792" cy="621792"/>
          </a:xfrm>
          <a:prstGeom prst="ellipse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61504" y="12984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03136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🔊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803136" y="2697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Synthesis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94576" y="32461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'Bulbul' generates natural voice output to guide the next step.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Integrity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3716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identity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with RBAC (Role-Based Access Control). Citizen vs Admin separation.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13716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ensures no data leakage. 100% mathematical user isolation.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13716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Infra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processing stays within Indian model boundaries (Sarvam.ai).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Engineering Challenges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54864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408 Idle Timeout Fix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terminates on 60s silence. We injected prototype-level wrappers around event emitters to swallow 408 codes and prevent session crashes.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Token Optimization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context payloads are massive. We implemented a dynamic schema pruner that truncates forms to exactly 4 active fields per session.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74320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Tool Atomicity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8745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AI auto-submissions by enforcing a mandatory 'userHasConfirmed' boolean guard, ensuring citizens always audit data first.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Tech Stack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Pipeline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LiveKit WebRTC + Agents Framework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STT / TTS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Sarvam AI (Saaras + Bulbul Models)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Engine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Llama 3.3 70B (Sub-100ms Inference)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15 + Tailwind CSS + Radix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(Postgres, Storage, RLS)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Tracks We're Targeting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91440" cy="169164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Open Track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54680" y="1298448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0F2A5C">
              <a:alpha val="85000"/>
            </a:srgbClr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2984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hack. Voice-first, high social impact, sovereign AI story.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9144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Llama API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35240" y="1298448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2984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MLH Prize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Llama 3.3 70B via Groq for high-speed deterministic form filling.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63240"/>
            <a:ext cx="91440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154680" y="3172968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317296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MLH Prize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and Admin role-based authentication baked into the platform.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063240"/>
            <a:ext cx="91440" cy="1691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Google Antigravity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35240" y="3172968"/>
            <a:ext cx="1170432" cy="347472"/>
          </a:xfrm>
          <a:prstGeom prst="roundRect">
            <a:avLst>
              <a:gd name="adj" fmla="val 26316"/>
            </a:avLst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317296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MLH Prize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611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the entire 36-hour dev workflow using Antigravity AI.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749808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2286000"/>
            <a:ext cx="292608" cy="292608"/>
          </a:xfrm>
          <a:prstGeom prst="ellipse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1430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143000"/>
            <a:ext cx="2011680" cy="73152"/>
          </a:xfrm>
          <a:prstGeom prst="rect">
            <a:avLst/>
          </a:prstGeom>
          <a:solidFill>
            <a:srgbClr val="0F2A5C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83464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voice forms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support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Supabase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3280" y="2286000"/>
            <a:ext cx="292608" cy="29260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1430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834640" y="1143000"/>
            <a:ext cx="20116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1-3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34640" y="274320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71800" y="283464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gov partnership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form types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more languages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228600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11430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14300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274320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66360" y="283464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 needed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use WA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reach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80960" y="2286000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114300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0" y="114300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1188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15727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32320" y="274320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69480" y="2834640"/>
            <a:ext cx="1737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forms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languages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A3A72">
              <a:alpha val="70000"/>
            </a:srgbClr>
          </a:solidFill>
          <a:ln w="12700">
            <a:solidFill>
              <a:srgbClr val="1A3A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E-Governance should be a conversation,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D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barrier to entry.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0292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 Sahayak.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A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Vak Sahayak  |  AceHack 5.0  |  Built with Sarvam 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Vak Sahayak - Voice-Enabled Government Forms</dc:title>
  <dc:subject>PptxGenJS Presentation</dc:subject>
  <dc:creator>PptxGenJS</dc:creator>
  <cp:lastModifiedBy>PptxGenJS</cp:lastModifiedBy>
  <cp:revision>1</cp:revision>
  <dcterms:created xsi:type="dcterms:W3CDTF">2026-04-18T03:14:24Z</dcterms:created>
  <dcterms:modified xsi:type="dcterms:W3CDTF">2026-04-18T03:14:24Z</dcterms:modified>
</cp:coreProperties>
</file>